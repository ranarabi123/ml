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Arial"/>
              </a:rPr>
              <a:t>Test R2: Leak-Free vs Leaked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R2</c:v>
                </c:pt>
              </c:strCache>
            </c:strRef>
          </c:tx>
          <c:spPr>
            <a:solidFill>
              <a:srgbClr val="3F7D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7D5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413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Without Customers
(deployable)</c:v>
                  </c:pt>
                  <c:pt idx="1">
                    <c:v>With Customers
(leaked)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0.393</c:v>
                </c:pt>
                <c:pt idx="1">
                  <c:v>0.891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2E2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Analytics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Retail Sales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 Daily Store Sales — Rossmann Store Sales Dataset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C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Predictive Analytics Project — Task 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stages, from raw data to business insight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3F7D58"/>
          </a:solidFill>
          <a:ln w="12700">
            <a:solidFill>
              <a:srgbClr val="3F7D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74320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29968" y="2743200"/>
            <a:ext cx="128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139696" y="274320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39696" y="274320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21024" y="2743200"/>
            <a:ext cx="128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30752" y="274320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3F7D58"/>
          </a:solidFill>
          <a:ln w="12700">
            <a:solidFill>
              <a:srgbClr val="3F7D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274320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2743200"/>
            <a:ext cx="128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21808" y="274320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1808" y="274320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03136" y="2743200"/>
            <a:ext cx="128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12864" y="274320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3F7D58"/>
          </a:solidFill>
          <a:ln w="12700">
            <a:solidFill>
              <a:srgbClr val="3F7D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12864" y="274320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94192" y="2743200"/>
            <a:ext cx="128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03920" y="274320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274320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985248" y="2743200"/>
            <a:ext cx="128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094976" y="2743200"/>
            <a:ext cx="1481328" cy="1188720"/>
          </a:xfrm>
          <a:prstGeom prst="roundRect">
            <a:avLst>
              <a:gd name="adj" fmla="val 6154"/>
            </a:avLst>
          </a:prstGeom>
          <a:solidFill>
            <a:srgbClr val="3F7D58"/>
          </a:solidFill>
          <a:ln w="12700">
            <a:solidFill>
              <a:srgbClr val="3F7D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94976" y="2743200"/>
            <a:ext cx="14813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1,017,209 daily records across 1115 stores, 2013-01-01 to 2015-07-31.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Collection &amp; Cleaning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to a trustworthy modeling set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Rossmann Store Sales — 1,017,209 rows, 9 columns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missing values, no duplicate rows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closed-store days (Open = 0) — these have trivial zero Sales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844,392 rows remain for modeling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StateHoliday kept as a raw category — encoded properly inside the pipeline, not mapped to an arbitrary numeric scale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1554480"/>
            <a:ext cx="5212080" cy="4572000"/>
          </a:xfrm>
          <a:prstGeom prst="roundRect">
            <a:avLst>
              <a:gd name="adj" fmla="val 1200"/>
            </a:avLst>
          </a:prstGeom>
          <a:solidFill>
            <a:srgbClr val="F7F7F5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filter closed days?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75120" y="224028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closed store always sells zero. Leaving those rows in lets a model ‘cheat’ by learning Open → 0, instead of learning real demand patterns for the days that matter for forecasting.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looks like before modeling</a:t>
            </a:r>
            <a:endParaRPr lang="en-US" sz="1400" dirty="0"/>
          </a:p>
        </p:txBody>
      </p:sp>
      <p:pic>
        <p:nvPicPr>
          <p:cNvPr id="4" name="Image 0" descr="/home/claude/assets/sales_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5394960" cy="3566160"/>
          </a:xfrm>
          <a:prstGeom prst="rect">
            <a:avLst/>
          </a:prstGeom>
        </p:spPr>
      </p:pic>
      <p:pic>
        <p:nvPicPr>
          <p:cNvPr id="5" name="Image 1" descr="/home/claude/assets/promo_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394960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are right-skewed; running a promotion visibly shifts the distribution upward.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Leakage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most important finding in this 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correlates ~0.82 with Sales — the strongest of any field. But Customers is measured on the same day as Sales, so it isn't known in advance. Using it as a model input inflates performance with information that won't exist at prediction time.</a:t>
            </a:r>
            <a:endParaRPr lang="en-US" sz="1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194560" y="2926080"/>
          <a:ext cx="7772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Training — A Real sklearn.Pipeline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and model bundled as one deployable object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Features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Store, DayOfWeek,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Promo, StateHoliday,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features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08960" y="2377440"/>
            <a:ext cx="320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9000" y="23774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ColumnTransformer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926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encodes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StateHoliday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97880" y="2377440"/>
            <a:ext cx="320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3F7D58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XGBRegressor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2926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Tuned, early-stopped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0" y="2377440"/>
            <a:ext cx="320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006840" y="23774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1B2A41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Prediction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98280" y="2926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Deployable as one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8E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object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4297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only on training data — no leakage from encoding before the train/test split.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 Tuning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RandomizedSearchCV over the full pipeline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Value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subsample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reg_lambda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min_child_weight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max_depth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learning_rate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colsample_bytree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583680" y="173736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includes regularization params (reg_lambda, min_child_weight) — the main lever against overfitting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cv=2, n_iter=6 kept the search fast on ~840K rows / single core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model refit with best params + early stopping on a validation split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Leak-free performance on the held-out test 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91840" cy="1188720"/>
          </a:xfrm>
          <a:prstGeom prst="roundRect">
            <a:avLst>
              <a:gd name="adj" fmla="val 4615"/>
            </a:avLst>
          </a:prstGeom>
          <a:solidFill>
            <a:srgbClr val="F7F7F5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2419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023360" y="1645920"/>
            <a:ext cx="3291840" cy="1188720"/>
          </a:xfrm>
          <a:prstGeom prst="roundRect">
            <a:avLst>
              <a:gd name="adj" fmla="val 4615"/>
            </a:avLst>
          </a:prstGeom>
          <a:solidFill>
            <a:srgbClr val="F7F7F5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2103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1763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498080" y="1645920"/>
            <a:ext cx="3291840" cy="1188720"/>
          </a:xfrm>
          <a:prstGeom prst="roundRect">
            <a:avLst>
              <a:gd name="adj" fmla="val 4615"/>
            </a:avLst>
          </a:prstGeom>
          <a:solidFill>
            <a:srgbClr val="3F7D58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(leak-free)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0" y="2103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0.393</a:t>
            </a:r>
            <a:endParaRPr lang="en-US" sz="3000" dirty="0"/>
          </a:p>
        </p:txBody>
      </p:sp>
      <p:pic>
        <p:nvPicPr>
          <p:cNvPr id="13" name="Image 0" descr="/home/claude/assets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3108960"/>
            <a:ext cx="813816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Insights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model tells us about the business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Promotions are the strongest lever known in advance — Promo is the top feature; running one measurably lifts sales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identity matters a lot — baseline sales differ substantially by location, size, and demographics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effects (weekday, week of year, month) are real but secondary — useful for staffing and inventory planning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should not be used as a forecasting input — it isn't known ahead of time, even though it's the strongest raw correlate of Sales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honestly: the model explains ~39% of test variance — harder than the leaked ~89%, but the number that reflects real deployment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— 99% Train vs. 74% Test Accuracy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 overfitting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memorizes training-set noise instead of generalizable patterns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driven by excess complexity, unrepresentative training data, or leaky/noisy features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for better generalization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10972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 (reg_alpha, reg_lambda, min_child_weight, subsample/colsample_bytree)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 on a validation set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during hyperparameter search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 &amp; leakage audits (as done with Customers here)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/ more diverse training data; simpler models or ensembling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SMOTE and stratified splitting are classification-imbalance techniques and don't apply to this regression problem.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— Scaling to 50 Million Records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Redesigning the workflow for volume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 CSV → Parquet (columnar, compressed, column/predicate pushdown)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Engine: pandas → Dask / Polars / Spark for distributed, out-of-core processing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on a representative sample; port the finalized pipeline to full data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/ GPU training: Dask-XGBoost, Spark's XGBoost integration, or tree_method='hist' + GPU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Lighter search on the sample, one final full-data fit with early stopping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Chunked/batched evaluation; spot compute for exploration, on-demand only for the final run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leak-free, pipeline-based forecasting model — R2 = 0.39 — with clear business insights and a scaling plan to 50M+ records.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2026-07-30T08:02:53Z</dcterms:created>
  <dcterms:modified xsi:type="dcterms:W3CDTF">2026-07-30T08:02:53Z</dcterms:modified>
</cp:coreProperties>
</file>